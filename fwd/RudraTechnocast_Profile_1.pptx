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CC22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45720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RUDRA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TECHNOCAST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288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GRADES OF SGI AND CI CASTING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40480" y="365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0" y="7772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Rudra Technocast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840480" y="1874520"/>
            <a:ext cx="1097280" cy="64008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 in Ferrous Casting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2014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834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94277 26852  |  +91 88666 83454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2735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196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info.rudratechnocast@gmail.com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sale@rudratechnocast.com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8587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51960" y="3822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No.2, Shed No.2, Plot No.2, Khambha Ravki Road,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Khambha, Ta. Lodhika, Dist. Rajkot, Gujarat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9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www.rudratechnocast.com  |  Established 2014  |  ISO Certified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US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45720"/>
            <a:ext cx="100584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5029200" cy="3474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1737360"/>
            <a:ext cx="82296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745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is a leading manufacturer of comprehensive Ferrous Casting parts, established in 2014.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specialize in Green Sand, CO2 &amp; Shell Mould Casting with a well-equipped manufacturing plant committed to fair, flexible, and timely service.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manufacture castings conforming to EN, ASTM, and IS standards in Stainless Steel, Cast Iron, Gray Iron and Ductile Iron — from a few grams to 100 Kg single piece weight.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188720"/>
            <a:ext cx="3017520" cy="8046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188720"/>
            <a:ext cx="91440" cy="80467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1887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269480" y="118872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2093976"/>
            <a:ext cx="3017520" cy="8046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093976"/>
            <a:ext cx="91440" cy="80467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20939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Kg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69480" y="209397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 Piece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60720" y="2999232"/>
            <a:ext cx="3017520" cy="8046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999232"/>
            <a:ext cx="91440" cy="80467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299923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69480" y="299923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Processes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60720" y="3904488"/>
            <a:ext cx="3017520" cy="8046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904488"/>
            <a:ext cx="91440" cy="80467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0" y="3904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269480" y="390448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Sectors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6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PROCESSES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143000"/>
            <a:ext cx="1691640" cy="36576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143000"/>
            <a:ext cx="1691640" cy="50292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1143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1752" y="16916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 Moulding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24028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 Green Sand 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Box: 600×700×200mm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moulds/hour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Kg – 100 Kg / piece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57400" y="1143000"/>
            <a:ext cx="1691640" cy="36576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57400" y="1143000"/>
            <a:ext cx="1691640" cy="50292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2" name="Text 9"/>
          <p:cNvSpPr/>
          <p:nvPr/>
        </p:nvSpPr>
        <p:spPr>
          <a:xfrm>
            <a:off x="2057400" y="1143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130552" y="16916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Melting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48840" y="224028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kW control panel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Kg crucible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Kg crucible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temperature control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86200" y="1143000"/>
            <a:ext cx="1691640" cy="36576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86200" y="1143000"/>
            <a:ext cx="1691640" cy="50292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7" name="Text 14"/>
          <p:cNvSpPr/>
          <p:nvPr/>
        </p:nvSpPr>
        <p:spPr>
          <a:xfrm>
            <a:off x="3886200" y="1143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959352" y="16916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77640" y="224028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Kg – 1000 Kg ladles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&amp; manual pouring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T-spout ladle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metal delivery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715000" y="1143000"/>
            <a:ext cx="1691640" cy="36576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15000" y="1143000"/>
            <a:ext cx="1691640" cy="50292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1143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788152" y="16916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Fettling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06440" y="224028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Swing grinders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Flexible shaft grinders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Hand grinders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Tumble blast shot-blasting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315200" y="1143000"/>
            <a:ext cx="1600200" cy="36576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0" y="1143000"/>
            <a:ext cx="1600200" cy="50292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0" y="1143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388352" y="16916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Shop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06640" y="2240280"/>
            <a:ext cx="1463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VMC machining center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finishing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tolerances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 &amp; SGI CASTING EXPERTISE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402336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43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Cast Iron (CI)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Iron (GI) – High wear resistance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Cast Iron – Superior hardness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Malleable Iron – Better ductility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Cast Iron – Specific properties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IS, ASTM, EN conforming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Valves, Pumps, Railways, Defence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46320" y="1143000"/>
            <a:ext cx="4023360" cy="3657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43000"/>
            <a:ext cx="4023360" cy="5486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Spheroidal Graphite Iron (SGI)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 Ductile Iron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tensile strength &amp; toughness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machinability properties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EN-GJS / ASTM A536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fatigue resistance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Crankshafts, Gearboxes, Automobile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SHOP — VMC &amp; CNC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4114800" cy="361188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In-House Precision Machining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fully equipped machine shop delivers precision-finished cast components with tight tolerances directly from our facility.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VMC (Vertical Machining Center)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3-axis milling, drilling &amp; boring for complex geometries.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Turning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Computer-controlled turning for shafts, flanges, and rotational components.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casting to finished machined part — all under one roof.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14300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3-Axis VMC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673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profiles &amp; pockets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114300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03720" y="114300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CNC Turning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6600" y="1673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Shafts, flanges, bores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37744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37744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Drilling &amp; Tapping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4632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hole-making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237744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237744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2" name="Text 19"/>
          <p:cNvSpPr/>
          <p:nvPr/>
        </p:nvSpPr>
        <p:spPr>
          <a:xfrm>
            <a:off x="70866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Grinding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8660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&amp; cylindrical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361188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361188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4142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inspection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03720" y="3611880"/>
            <a:ext cx="21031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903720" y="3611880"/>
            <a:ext cx="82296" cy="10972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0" name="Text 27"/>
          <p:cNvSpPr/>
          <p:nvPr/>
        </p:nvSpPr>
        <p:spPr>
          <a:xfrm>
            <a:off x="70866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One-Stop Shop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86600" y="4142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to machined part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PRODUCT RANGE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91440" cy="7772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88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Box Castings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1031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103120"/>
            <a:ext cx="91440" cy="7772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 Parts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0175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3017520"/>
            <a:ext cx="91440" cy="7772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017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Parts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39319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931920"/>
            <a:ext cx="91440" cy="7772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9319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&amp; Valves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46120" y="11887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188720"/>
            <a:ext cx="9144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1188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Motor Parts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21031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46120" y="2103120"/>
            <a:ext cx="9144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19"/>
          <p:cNvSpPr/>
          <p:nvPr/>
        </p:nvSpPr>
        <p:spPr>
          <a:xfrm>
            <a:off x="342900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Parts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46120" y="30175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46120" y="3017520"/>
            <a:ext cx="9144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2"/>
          <p:cNvSpPr/>
          <p:nvPr/>
        </p:nvSpPr>
        <p:spPr>
          <a:xfrm>
            <a:off x="3429000" y="3017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Engineering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46120" y="39319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931920"/>
            <a:ext cx="9144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8" name="Text 25"/>
          <p:cNvSpPr/>
          <p:nvPr/>
        </p:nvSpPr>
        <p:spPr>
          <a:xfrm>
            <a:off x="3429000" y="39319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Parts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217920" y="11887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17920" y="1188720"/>
            <a:ext cx="91440" cy="777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0" y="1188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Transmission Parts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217920" y="21031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17920" y="2103120"/>
            <a:ext cx="91440" cy="777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Components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17920" y="30175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7920" y="3017520"/>
            <a:ext cx="91440" cy="777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0" y="3017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Castings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217920" y="3931920"/>
            <a:ext cx="283464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17920" y="3931920"/>
            <a:ext cx="91440" cy="777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0" y="39319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Fittings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2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INDUSTRIES WE SERVE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188720"/>
            <a:ext cx="2103120" cy="1600200"/>
          </a:xfrm>
          <a:prstGeom prst="rect">
            <a:avLst/>
          </a:prstGeom>
          <a:solidFill>
            <a:srgbClr val="CC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25146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5087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Automobile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Transmission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14600" y="1188720"/>
            <a:ext cx="2103120" cy="1600200"/>
          </a:xfrm>
          <a:prstGeom prst="rect">
            <a:avLst/>
          </a:prstGeom>
          <a:solidFill>
            <a:srgbClr val="CC44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14600" y="25146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2606040" y="15087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Earth Moving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188720"/>
            <a:ext cx="2103120" cy="160020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5146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5087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Valves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Pumps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86600" y="1188720"/>
            <a:ext cx="2103120" cy="1600200"/>
          </a:xfrm>
          <a:prstGeom prst="rect">
            <a:avLst/>
          </a:prstGeom>
          <a:solidFill>
            <a:srgbClr val="0055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86600" y="25146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15087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 Fittings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Plumbing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28600" y="3017520"/>
            <a:ext cx="2103120" cy="1600200"/>
          </a:xfrm>
          <a:prstGeom prst="rect">
            <a:avLst/>
          </a:prstGeom>
          <a:solidFill>
            <a:srgbClr val="3333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43434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" y="3337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514600" y="3017520"/>
            <a:ext cx="2103120" cy="1600200"/>
          </a:xfrm>
          <a:prstGeom prst="rect">
            <a:avLst/>
          </a:prstGeom>
          <a:solidFill>
            <a:srgbClr val="3366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14600" y="43434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2606040" y="3337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Agriculture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Machinery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00600" y="3017520"/>
            <a:ext cx="2103120" cy="1600200"/>
          </a:xfrm>
          <a:prstGeom prst="rect">
            <a:avLst/>
          </a:prstGeom>
          <a:solidFill>
            <a:srgbClr val="6644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43434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337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Machinery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086600" y="3017520"/>
            <a:ext cx="2103120" cy="1600200"/>
          </a:xfrm>
          <a:prstGeom prst="rect">
            <a:avLst/>
          </a:prstGeom>
          <a:solidFill>
            <a:srgbClr val="4455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4343400"/>
            <a:ext cx="2103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7178040" y="3337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ASSURANCE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64008"/>
            <a:ext cx="91440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4023360" cy="3611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61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Quality Commitment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9144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745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Rudra Technocast, quality is not just a process — it's our culture. Every casting undergoes rigorous inspection before dispatch.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to international standards (EN, ASTM, IS) and employ advanced testing equipment to ensure dimensional accuracy, material integrity, and surface quality.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206240" cy="1115568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143000"/>
            <a:ext cx="91440" cy="1115568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 Testing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sand permeability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Compressive strength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 grain fineness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2404872"/>
            <a:ext cx="4206240" cy="1115568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404872"/>
            <a:ext cx="91440" cy="1115568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Testing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8163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 analysis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testing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Tensile strength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exam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3666744"/>
            <a:ext cx="4206240" cy="1115568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666744"/>
            <a:ext cx="91440" cy="1115568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712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Dimensional Check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4078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 inspection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Gauges &amp; instruments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roughness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measurement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3886200"/>
            <a:ext cx="4206240" cy="822960"/>
          </a:xfrm>
          <a:prstGeom prst="rect">
            <a:avLst/>
          </a:prstGeom>
          <a:solidFill>
            <a:srgbClr val="CC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54880" y="3886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Conforming to: EN | ASTM | IS International Standards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4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Technocast  |  All Grades of SGI &amp; CI Casting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109728" cy="5143500"/>
          </a:xfrm>
          <a:prstGeom prst="rect">
            <a:avLst/>
          </a:prstGeom>
          <a:solidFill>
            <a:srgbClr val="CC22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32004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108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considering Rudra Technocast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casting partner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182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CHOOSE US?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434840" y="667512"/>
            <a:ext cx="109728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Shape 6"/>
          <p:cNvSpPr/>
          <p:nvPr/>
        </p:nvSpPr>
        <p:spPr>
          <a:xfrm>
            <a:off x="4434840" y="804672"/>
            <a:ext cx="452628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804672"/>
            <a:ext cx="82296" cy="71323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841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 Years Experience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11704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in 2014 with proven track record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1627632"/>
            <a:ext cx="452628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627632"/>
            <a:ext cx="82296" cy="71323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 Standards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17720" y="199339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ASTM &amp; IS conforming castings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2450592"/>
            <a:ext cx="452628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34840" y="2450592"/>
            <a:ext cx="82296" cy="71323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24871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One-Stop Solution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+ Machining under one roof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34840" y="3273552"/>
            <a:ext cx="452628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34840" y="3273552"/>
            <a:ext cx="82296" cy="71323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3" name="Text 20"/>
          <p:cNvSpPr/>
          <p:nvPr/>
        </p:nvSpPr>
        <p:spPr>
          <a:xfrm>
            <a:off x="4617720" y="33101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 Production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17720" y="36393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grams to 100 Kg single piece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34840" y="4096512"/>
            <a:ext cx="452628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34840" y="4096512"/>
            <a:ext cx="82296" cy="713232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27" name="Text 24"/>
          <p:cNvSpPr/>
          <p:nvPr/>
        </p:nvSpPr>
        <p:spPr>
          <a:xfrm>
            <a:off x="4617720" y="41330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First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17720" y="44622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sand &amp; material testing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94277 26852  |  info.rudratechnocast@gmail.com  |  Khambha, Lodhika, Rajkot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Rudra Technocast - Company Profile</dc:title>
  <dc:subject>PptxGenJS Presentation</dc:subject>
  <dc:creator>PptxGenJS</dc:creator>
  <cp:lastModifiedBy>PptxGenJS</cp:lastModifiedBy>
  <cp:revision>1</cp:revision>
  <dcterms:created xsi:type="dcterms:W3CDTF">2026-05-09T11:43:36Z</dcterms:created>
  <dcterms:modified xsi:type="dcterms:W3CDTF">2026-05-09T11:43:36Z</dcterms:modified>
</cp:coreProperties>
</file>